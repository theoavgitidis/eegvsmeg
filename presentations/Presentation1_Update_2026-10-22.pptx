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64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B783-A0DA-2726-F7CC-067AE50CD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8D0E3-D51D-E6E3-7D51-171378119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11BE-7B3E-867E-0DD3-772A6E08B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68BF8-4EF2-C690-A46F-0AAA23FC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968EA-6D20-E510-3660-93E1FD53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6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0D63-60E9-857C-1335-A4BE5FA0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4716F-8842-E600-BC05-1CDF430ED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B8EAD-CBE7-D1AD-C368-749583A4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547C7-4055-4685-B118-9C9E3ABD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1ED9-7CBD-69B0-BA6C-3A7176DD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5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E1DB-EC18-9765-528C-E290581D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DC68-A814-DF90-D9F3-C8E1B9474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7F43C-E4FD-5DEA-F81C-BCFB9855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F213-A75E-A76C-9CEE-12234B87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D40B4-E7A5-D0BA-EA5B-79B72D0F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E533-496F-B150-C977-0710D812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B77D9-4F26-A4A8-37E9-59B5C81BB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6E004-0E9F-186D-BF33-671A6AEA5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F76A3-FFAE-9FB2-6B5A-4311F39E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95B96-51AC-D072-8661-C043816A1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1C053-D861-EA25-C743-68AD118B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C6CF-C829-ABA2-A9D8-B258ADEF3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8FB06-E3BB-BF5F-5BF4-6BD76F30D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EBE22-7F21-04CB-AEB9-76772EE83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0A3BF-3937-A1BC-9E2F-CC1D97AFB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15BA6B-9953-D0B3-6362-D41B55C67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0AD8C-D194-27FC-48CE-16C912DE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00E81-5014-DCFF-E683-4C01A6A1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EE67AC-F9EC-8853-2B4A-1EE9CF85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27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A001-6F1D-089A-D807-84F6FAF2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43E35-6E69-7376-667A-74C1B3FE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C131B-29E3-7A84-00B3-CA6C7433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1611A-6753-FACD-95A1-9A4C714E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4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1B836-898D-0BDD-4F31-9C939885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C0AFE-CD30-CF11-7EAF-64B4AF53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D06F-0B34-F70F-FB8F-01F18205B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35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8139-361D-DE20-1012-F445911B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E8E0A-5358-1605-B991-1FBF1D5CF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99630A-273C-4787-B4FB-87CAE7431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F7143-1BCC-8F36-C94B-2501F9A3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211F7-CF43-5C16-0CA4-8CA240642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0B0CC-C8A7-B77A-E232-8672B223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9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7442-A16C-0E37-FB52-FE6273EF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8784B-73C2-E5A7-112B-E212CA0F9E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55B05-02B6-394F-5E3E-9740B8E3F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4EF69-82CC-EBAF-A1BD-F0C5C8BA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2FF13-ABC2-6BD3-C01A-CF1FE83E8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A38EF-4B34-89F2-A1FE-0EF0F89B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2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84DB9-C88E-58C7-5133-E2FC3E34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7DAC1-3703-9EDC-2EAB-712AAFC07E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254EE-463F-8EFC-0B30-0A9B03D8B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D79E5-BC13-6038-F223-83D5F430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D820F-B46E-E245-3630-9AFDA9D9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16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58FCC4-01E8-037B-DE5D-E942298D90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1ADD6-E239-AF7C-99A9-078C5EC09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00F6-1F6A-9757-1216-B8A481B9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41787-5115-2E97-96EA-D31874D2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ED53F-8DA4-8C55-553B-C27D9F84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0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F774F2-4021-2491-F673-BB731207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664EC-E6EC-5A0F-0567-6409582E4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4BCCE-B448-8150-4A1E-25D552871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D2DBF-2C0A-584A-944C-3C35F447E9BD}" type="datetimeFigureOut">
              <a:rPr lang="en-US" smtClean="0"/>
              <a:t>10/21/26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9958-7584-3BE3-FB8C-D6FF9D319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81C43-6E6C-CD26-F052-AE07303E9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15DE61-6287-E744-88F0-1DC24F62A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28F7-2B43-028B-932D-E1FC0F6FE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Weekly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BEF33-D82C-BAD1-35B5-296911BEC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EEG – 22.10.2026</a:t>
            </a:r>
          </a:p>
        </p:txBody>
      </p:sp>
    </p:spTree>
    <p:extLst>
      <p:ext uri="{BB962C8B-B14F-4D97-AF65-F5344CB8AC3E}">
        <p14:creationId xmlns:p14="http://schemas.microsoft.com/office/powerpoint/2010/main" val="3956561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60FE-D179-F24C-87B5-73A9B405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Erste </a:t>
            </a:r>
            <a:r>
              <a:rPr lang="en-US" dirty="0"/>
              <a:t>EEG-Aufnahm</a:t>
            </a:r>
            <a:r>
              <a:rPr lang="en-US" dirty="0" err="1"/>
              <a:t>e abgeschlossen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BDA7D-5597-EC42-5878-24866B418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38 </a:t>
            </a:r>
            <a:r>
              <a:rPr lang="en-US" dirty="0" err="1"/>
              <a:t>Minuten </a:t>
            </a:r>
            <a:r>
              <a:rPr lang="en-US" dirty="0"/>
              <a:t>E</a:t>
            </a:r>
            <a:r>
              <a:rPr lang="en-US" dirty="0" err="1"/>
              <a:t>EG-Aufna</a:t>
            </a:r>
            <a:r>
              <a:rPr lang="en-US" dirty="0"/>
              <a:t>hme mit 112 Aufgaben-Trials</a:t>
            </a:r>
          </a:p>
          <a:p>
            <a:pPr lvl="1"/>
            <a:r>
              <a:rPr lang="en-US" dirty="0" err="1"/>
              <a:t>Motorik</a:t>
            </a:r>
            <a:r>
              <a:rPr lang="en-US" dirty="0"/>
              <a:t>: </a:t>
            </a:r>
            <a:r>
              <a:rPr lang="en-US" dirty="0" err="1"/>
              <a:t>Arme,</a:t>
            </a:r>
            <a:r>
              <a:rPr lang="en-US" dirty="0"/>
              <a:t> B</a:t>
            </a:r>
            <a:r>
              <a:rPr lang="en-US" dirty="0" err="1"/>
              <a:t>eine </a:t>
            </a:r>
            <a:r>
              <a:rPr lang="en-US" dirty="0"/>
              <a:t>un</a:t>
            </a:r>
            <a:r>
              <a:rPr lang="en-US" dirty="0" err="1"/>
              <a:t>d bewuss</a:t>
            </a:r>
            <a:r>
              <a:rPr lang="en-US" dirty="0"/>
              <a:t>tes Blinzeln</a:t>
            </a:r>
          </a:p>
          <a:p>
            <a:pPr lvl="1"/>
            <a:r>
              <a:rPr lang="en-US" dirty="0"/>
              <a:t>Motor Ima</a:t>
            </a:r>
            <a:r>
              <a:rPr lang="en-US" dirty="0" err="1"/>
              <a:t>gery:</a:t>
            </a:r>
            <a:r>
              <a:rPr lang="en-US" dirty="0"/>
              <a:t> A</a:t>
            </a:r>
            <a:r>
              <a:rPr lang="en-US" dirty="0" err="1"/>
              <a:t>rm- u</a:t>
            </a:r>
            <a:r>
              <a:rPr lang="en-US" dirty="0"/>
              <a:t>nd Beinbewegungen vorstellen</a:t>
            </a:r>
          </a:p>
          <a:p>
            <a:pPr lvl="1"/>
            <a:r>
              <a:rPr lang="en-US" dirty="0" err="1"/>
              <a:t>Kognitive</a:t>
            </a:r>
            <a:r>
              <a:rPr lang="en-US" dirty="0"/>
              <a:t> Aufgabe: </a:t>
            </a:r>
            <a:r>
              <a:rPr lang="en-US" dirty="0" err="1"/>
              <a:t>fortlaufende</a:t>
            </a:r>
            <a:r>
              <a:rPr lang="en-US" dirty="0"/>
              <a:t>s</a:t>
            </a:r>
            <a:r>
              <a:rPr lang="en-US" dirty="0" err="1"/>
              <a:t> Subtrahier</a:t>
            </a:r>
            <a:r>
              <a:rPr lang="en-US" dirty="0"/>
              <a:t>en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94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DAF6-5F68-9D7C-9DF3-8AC42DC2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6097-9F3C-1CC3-D50B-9854A385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EEG-Viewer mit MNE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EDEF4-AE5C-6056-0924-A6910499E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EEG-Zeitve</a:t>
            </a:r>
            <a:r>
              <a:rPr lang="en-US" dirty="0"/>
              <a:t>r</a:t>
            </a:r>
            <a:r>
              <a:rPr lang="en-US" dirty="0" err="1"/>
              <a:t>läufe mit Aufgabenmarkern</a:t>
            </a:r>
            <a:endParaRPr lang="en-US" dirty="0"/>
          </a:p>
          <a:p>
            <a:r>
              <a:rPr lang="en-US" dirty="0" err="1"/>
              <a:t>Spektrogram</a:t>
            </a:r>
            <a:r>
              <a:rPr lang="en-US" dirty="0"/>
              <a:t>m </a:t>
            </a:r>
            <a:r>
              <a:rPr lang="en-US" dirty="0" err="1"/>
              <a:t>pro Kanal: Fre</a:t>
            </a:r>
            <a:r>
              <a:rPr lang="en-US" dirty="0"/>
              <a:t>q</a:t>
            </a:r>
            <a:r>
              <a:rPr lang="en-US" dirty="0" err="1"/>
              <a:t>uenz</a:t>
            </a:r>
            <a:r>
              <a:rPr lang="en-US" dirty="0"/>
              <a:t>leistung über die Zeit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50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C0B1-74F1-22DC-1353-B818C551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DE78-AE76-E707-E6A7-2FEE874A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Nächste Schr</a:t>
            </a:r>
            <a:r>
              <a:rPr lang="en-US" dirty="0" err="1"/>
              <a:t>itte:</a:t>
            </a:r>
            <a:r>
              <a:rPr lang="en-US" dirty="0"/>
              <a:t> </a:t>
            </a:r>
            <a:r>
              <a:rPr lang="en-US" dirty="0" err="1"/>
              <a:t>Must</a:t>
            </a:r>
            <a:r>
              <a:rPr lang="en-US" dirty="0"/>
              <a:t>e</a:t>
            </a:r>
            <a:r>
              <a:rPr lang="en-US" dirty="0" err="1"/>
              <a:t>ranalyse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407BA-B7A6-C415-2007-AA0B5A93B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Signalq</a:t>
            </a:r>
            <a:r>
              <a:rPr lang="en-US" dirty="0"/>
              <a:t>u</a:t>
            </a:r>
            <a:r>
              <a:rPr lang="en-US" dirty="0" err="1"/>
              <a:t>al</a:t>
            </a:r>
            <a:r>
              <a:rPr lang="en-US" dirty="0"/>
              <a:t>ität prü</a:t>
            </a:r>
            <a:r>
              <a:rPr lang="en-US" dirty="0" err="1"/>
              <a:t>fen un</a:t>
            </a:r>
            <a:r>
              <a:rPr lang="en-US" dirty="0"/>
              <a:t>d</a:t>
            </a:r>
            <a:r>
              <a:rPr lang="en-US" dirty="0" err="1"/>
              <a:t> aufgaben</a:t>
            </a:r>
            <a:r>
              <a:rPr lang="en-US" dirty="0"/>
              <a:t>b</a:t>
            </a:r>
            <a:r>
              <a:rPr lang="en-US" dirty="0" err="1"/>
              <a:t>ezogene Muster suchen</a:t>
            </a:r>
            <a:endParaRPr lang="en-US" dirty="0"/>
          </a:p>
          <a:p>
            <a:pPr lvl="1"/>
            <a:r>
              <a:rPr lang="en-US" dirty="0"/>
              <a:t>Bei klaren</a:t>
            </a:r>
            <a:r>
              <a:rPr lang="en-US" dirty="0" err="1"/>
              <a:t> Mustern: e</a:t>
            </a:r>
            <a:r>
              <a:rPr lang="en-US" dirty="0"/>
              <a:t>i</a:t>
            </a:r>
            <a:r>
              <a:rPr lang="en-US" dirty="0" err="1"/>
              <a:t>nfach</a:t>
            </a:r>
            <a:r>
              <a:rPr lang="en-US" dirty="0"/>
              <a:t>e</a:t>
            </a:r>
            <a:r>
              <a:rPr lang="en-US" dirty="0" err="1"/>
              <a:t>r Proof of Concept</a:t>
            </a:r>
            <a:endParaRPr lang="en-US" dirty="0"/>
          </a:p>
          <a:p>
            <a:pPr lvl="1"/>
            <a:r>
              <a:rPr lang="en-US" dirty="0"/>
              <a:t>Bei un</a:t>
            </a:r>
            <a:r>
              <a:rPr lang="en-US" dirty="0" err="1"/>
              <a:t>klar</a:t>
            </a:r>
            <a:r>
              <a:rPr lang="en-US" dirty="0"/>
              <a:t>en</a:t>
            </a:r>
            <a:r>
              <a:rPr lang="en-US" dirty="0" err="1"/>
              <a:t> Mustern: M</a:t>
            </a:r>
            <a:r>
              <a:rPr lang="en-US" dirty="0"/>
              <a:t>erkmalsanalyse und</a:t>
            </a:r>
            <a:r>
              <a:rPr lang="en-US" dirty="0" err="1"/>
              <a:t> Klas</a:t>
            </a:r>
            <a:r>
              <a:rPr lang="en-US" dirty="0"/>
              <a:t>sifi</a:t>
            </a:r>
            <a:r>
              <a:rPr lang="en-US" dirty="0" err="1"/>
              <a:t>kation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35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75470-D9E5-D929-E792-C1B2935B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3B43-FE09-B367-84E2-B625335E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Nächste Schritte: Klassifikation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FA30-8513-210B-6370-26EAAFCEC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Bestehende Algor</a:t>
            </a:r>
            <a:r>
              <a:rPr lang="en-US" dirty="0" err="1"/>
              <a:t>ithmen an uns</a:t>
            </a:r>
            <a:r>
              <a:rPr lang="en-US" dirty="0"/>
              <a:t>e</a:t>
            </a:r>
            <a:r>
              <a:rPr lang="en-US" dirty="0" err="1"/>
              <a:t>re EEG-Daten anpassen</a:t>
            </a:r>
            <a:endParaRPr lang="en-US" dirty="0"/>
          </a:p>
          <a:p>
            <a:r>
              <a:rPr lang="en-US" dirty="0" err="1"/>
              <a:t>Eigene </a:t>
            </a:r>
            <a:r>
              <a:rPr lang="en-US" dirty="0"/>
              <a:t>A</a:t>
            </a:r>
            <a:r>
              <a:rPr lang="en-US" dirty="0" err="1"/>
              <a:t>nsätz</a:t>
            </a:r>
            <a:r>
              <a:rPr lang="en-US" dirty="0"/>
              <a:t>e</a:t>
            </a:r>
            <a:r>
              <a:rPr lang="en-US" dirty="0" err="1"/>
              <a:t> nach</a:t>
            </a:r>
            <a:r>
              <a:rPr lang="en-US" dirty="0"/>
              <a:t> </a:t>
            </a:r>
            <a:r>
              <a:rPr lang="en-US" dirty="0" err="1"/>
              <a:t>weiterer Da</a:t>
            </a:r>
            <a:r>
              <a:rPr lang="en-US" dirty="0"/>
              <a:t>tenerhebung en</a:t>
            </a:r>
            <a:r>
              <a:rPr lang="en-US" dirty="0" err="1"/>
              <a:t>twi</a:t>
            </a:r>
            <a:r>
              <a:rPr lang="en-US" dirty="0"/>
              <a:t>c</a:t>
            </a:r>
            <a:r>
              <a:rPr lang="en-US" dirty="0" err="1"/>
              <a:t>keln un</a:t>
            </a:r>
            <a:r>
              <a:rPr lang="en-US" dirty="0"/>
              <a:t>d</a:t>
            </a:r>
            <a:r>
              <a:rPr lang="en-US" dirty="0" err="1"/>
              <a:t> mit </a:t>
            </a:r>
            <a:r>
              <a:rPr lang="en-US" dirty="0"/>
              <a:t>g</a:t>
            </a:r>
            <a:r>
              <a:rPr lang="en-US" dirty="0" err="1"/>
              <a:t>etre</a:t>
            </a:r>
            <a:r>
              <a:rPr lang="en-US" dirty="0"/>
              <a:t>n</a:t>
            </a:r>
            <a:r>
              <a:rPr lang="en-US" dirty="0" err="1"/>
              <a:t>nten Test</a:t>
            </a:r>
            <a:r>
              <a:rPr lang="en-US" dirty="0"/>
              <a:t>daten</a:t>
            </a:r>
            <a:r>
              <a:rPr lang="en-US" dirty="0" err="1"/>
              <a:t> prüfen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819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F8F4-C7C9-347B-C540-91FC68A4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766218"/>
            <a:ext cx="6248400" cy="1325563"/>
          </a:xfrm>
        </p:spPr>
        <p:txBody>
          <a:bodyPr/>
          <a:lstStyle/>
          <a:p>
            <a:pPr algn="ctr"/>
            <a:r>
              <a:rPr lang="en-US" dirty="0"/>
              <a:t>Viewer-Demo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037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94</Words>
  <Application>Microsoft Macintosh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Weekly Update</vt:lpstr>
      <vt:lpstr>Erstes Recording fertig</vt:lpstr>
      <vt:lpstr>MNE Viewer</vt:lpstr>
      <vt:lpstr>Next Steps: Suche nach Mustern</vt:lpstr>
      <vt:lpstr>Next Steps: ML-Algorithm</vt:lpstr>
      <vt:lpstr>Viewer Demo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Theodoros Avgitidis</dc:creator>
  <cp:lastModifiedBy>Theodoros Avgitidis</cp:lastModifiedBy>
  <cp:revision>1</cp:revision>
  <dcterms:created xsi:type="dcterms:W3CDTF">2026-10-21T21:50:05Z</dcterms:created>
  <dcterms:modified xsi:type="dcterms:W3CDTF">2026-10-21T22:17:19Z</dcterms:modified>
</cp:coreProperties>
</file>